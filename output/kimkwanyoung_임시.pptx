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-t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-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-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-wrap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-m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-ia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